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tu Lokesh" userId="e9e23b379ba17444" providerId="LiveId" clId="{156A5D8B-ADA7-4A51-9EE7-62D639D98057}"/>
    <pc:docChg chg="modSld">
      <pc:chgData name="Anantu Lokesh" userId="e9e23b379ba17444" providerId="LiveId" clId="{156A5D8B-ADA7-4A51-9EE7-62D639D98057}" dt="2026-10-03T05:13:01.714" v="42" actId="20577"/>
      <pc:docMkLst>
        <pc:docMk/>
      </pc:docMkLst>
      <pc:sldChg chg="modSp mod">
        <pc:chgData name="Anantu Lokesh" userId="e9e23b379ba17444" providerId="LiveId" clId="{156A5D8B-ADA7-4A51-9EE7-62D639D98057}" dt="2026-10-03T05:04:01.549" v="22" actId="20577"/>
        <pc:sldMkLst>
          <pc:docMk/>
          <pc:sldMk cId="0" sldId="256"/>
        </pc:sldMkLst>
        <pc:spChg chg="mod">
          <ac:chgData name="Anantu Lokesh" userId="e9e23b379ba17444" providerId="LiveId" clId="{156A5D8B-ADA7-4A51-9EE7-62D639D98057}" dt="2026-10-03T05:04:01.549" v="22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Anantu Lokesh" userId="e9e23b379ba17444" providerId="LiveId" clId="{156A5D8B-ADA7-4A51-9EE7-62D639D98057}" dt="2026-10-03T05:13:01.714" v="42" actId="20577"/>
        <pc:sldMkLst>
          <pc:docMk/>
          <pc:sldMk cId="0" sldId="262"/>
        </pc:sldMkLst>
        <pc:spChg chg="mod">
          <ac:chgData name="Anantu Lokesh" userId="e9e23b379ba17444" providerId="LiveId" clId="{156A5D8B-ADA7-4A51-9EE7-62D639D98057}" dt="2026-10-03T05:13:01.714" v="42" actId="20577"/>
          <ac:spMkLst>
            <pc:docMk/>
            <pc:sldMk cId="0" sldId="262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72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HACKATHON PROJECT  |  DYNAMIC PROGRAMMING + GREEDY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Irrigation Planner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limited water across crops to maximize expected yield, while meeting every crop's minimum irrigation need.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Anantu Lokesh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 / Resource Optimization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supply is fixed per season or canal turn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differ in water need and yield response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split water by guesswork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uses ~70% of freshwater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Under-watering cuts yield; over-watering wastes water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allocation raises income and sustainability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0020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irrigation per crop is mandatory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gains per extra unit are not uniform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combinations: brute force is too slow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must be explainable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1430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each crop's minimum water first, then distribute the remaining water using DP (optimal) and Greedy (fast), side by side.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128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0604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decision, not just a total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210312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19456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2128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algorithms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60604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vs Greedy compared on the same input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9456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2128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DP table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60604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sub-results and backtracking path shown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19456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2212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Constraint-safe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0604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plans when supply &lt; total minimum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9164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water, crops, minimum need, yield per unit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15768" y="169164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reserve minimums, compute spare water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169164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table + backtracking  |  Greedy by marginal gain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903720" y="118872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169164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Allocation, total yield, comparison, steps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water and crop details on the Flask web form  →  choose DP, Greedy or Compare  →  view allocation table and DP steps  →  save the plan to SQLite history.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Algorithm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468880" cy="3383280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07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2148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core algorithms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 web UI and REST routes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crops, plans, run history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+ Chart.js: tables and charts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143000"/>
          <a:ext cx="5577840" cy="2377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&amp; why chosen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Programming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split; overlapping subproblems stored, answer rebuilt by backtracking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O(n·W²) time, O(n·W)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each spare unit to the crop with highest marginal yield; fast, easy to explain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 log n) with a 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108960" y="39319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crops, W = water units. Greedy is optimal only when yield gains diminish; DP is always optimal.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Impact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10 water units, 4 crops (yield in quintals, illustrative)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846320" cy="208483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yield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(optimal)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532120" y="1325880"/>
            <a:ext cx="3154680" cy="3108960"/>
          </a:xfrm>
          <a:prstGeom prst="roundRect">
            <a:avLst>
              <a:gd name="adj" fmla="val 235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32120" y="141732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143560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benefits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82880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beats Greedy by 3 quintals here: Cotton's gain only appears after 2 extra units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gets ~97% of optimal, almost instantly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needs always satisfied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waste, higher yield, clear reasoning for farmers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520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 of the Flask UI (input form, DP table, comparison view) here.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achievement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DP and Greedy planner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steps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plan history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soil-moisture inputs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crop yield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regional-language 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07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002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fields and canals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Water-pricing constraints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smarter water allocation means more yield from every drop.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PresentationFormat>On-screen Show (16:9)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Agriculture Irrigation Planner</dc:title>
  <dc:subject>PptxGenJS Presentation</dc:subject>
  <dc:creator>PptxGenJS</dc:creator>
  <cp:lastModifiedBy>Anantu Lokesh</cp:lastModifiedBy>
  <cp:revision>1</cp:revision>
  <dcterms:created xsi:type="dcterms:W3CDTF">2026-10-03T05:01:13Z</dcterms:created>
  <dcterms:modified xsi:type="dcterms:W3CDTF">2026-10-03T05:22:31Z</dcterms:modified>
</cp:coreProperties>
</file>